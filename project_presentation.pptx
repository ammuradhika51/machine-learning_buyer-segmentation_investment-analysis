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Machine Learning Based Buyer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 Estate Market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Objectives, datasets, 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Cleaning, encoding,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Elbow method, silhouette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Buyer segmentation, investor behavior, geographic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 insights and business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scope and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